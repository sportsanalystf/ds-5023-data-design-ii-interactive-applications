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1371600" cy="5143500"/>
          </a:xfrm>
          <a:prstGeom prst="rect">
            <a:avLst/>
          </a:prstGeom>
          <a:solidFill>
            <a:srgbClr val="E5720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LaxIQ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Women's Lacrosse Analytics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4114800" cy="457200"/>
          </a:xfrm>
          <a:prstGeom prst="rect">
            <a:avLst/>
          </a:prstGeom>
          <a:solidFill>
            <a:srgbClr val="E57200">
              <a:alpha val="20000"/>
            </a:srgbClr>
          </a:solidFill>
          <a:ln w="12700">
            <a:solidFill>
              <a:srgbClr val="E57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3: ADAPTIVE INTERACTIVITY &amp; API INTEGRATION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5023 — Spring 2026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Khan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Virginia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5720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32D4B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59436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100 Points  |  Full Interactivity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— Milestone 3 Deliverables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430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Interactivity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37360" y="1307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0" y="9601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UI, widget keys, callbacks, dependent dropdowns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18288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8288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116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737360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0" y="1828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 + TheSportsDB with error handling &amp; validation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26974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2697480"/>
            <a:ext cx="54864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26974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803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3736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Feedback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737360" y="3044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389120" y="26974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validation scenarios + user feedback patterns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56616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35661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4"/>
          <p:cNvSpPr/>
          <p:nvPr/>
        </p:nvSpPr>
        <p:spPr>
          <a:xfrm>
            <a:off x="731520" y="35661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7490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73736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Self-Review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737360" y="3913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0" y="35661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Six-criteria evaluation + usability target assessment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200400" y="4480560"/>
            <a:ext cx="2743200" cy="32004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35" name="Text 29"/>
          <p:cNvSpPr/>
          <p:nvPr/>
        </p:nvSpPr>
        <p:spPr>
          <a:xfrm>
            <a:off x="32004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 POINTS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Interactivity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UI, Widget Keys, Callbacks, Dependent Dropdowns  |  30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UI: Coach View vs. Analyst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41148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insights: game summary, key grades, player rankings, quick comparisons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60120"/>
            <a:ext cx="4114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417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analysis: shot charts, draw control%, possession %, advanced metrics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377440"/>
            <a:ext cx="54864" cy="640080"/>
          </a:xfrm>
          <a:prstGeom prst="rect">
            <a:avLst/>
          </a:prstGeom>
          <a:solidFill>
            <a:srgbClr val="232D4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87168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2404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" y="26243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st.radio("View Mode", options=["Coach View", "Analyst View"], key="view_mode")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801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Selector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280160" y="35478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loads all games; selecting a game clears dependent widgets (player list updates)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0624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801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Navigation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280160" y="4370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tabs within Game Analysis: Summary, Win Probability, Players, Key Moments,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 Keys: Enabling Programmatic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interactive widget has a unique key= parameter that enables programmatic access, reset, and callback triggering.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8988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Selectbox (Game Selector)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18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st.selectbox("Select Game", games, key="game_selector")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8653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in callbacks to trigger data reload when changed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6712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(View Mode)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3957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st.radio("View Mode", ["Coach", "Analyst"], key="view_mode")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64261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metrics and chart complexity to display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4436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Multiselect (Player Comparison)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172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st.multiselect("Select Players", roster, key="player_select")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41985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 prevent duplicate selections and auto-filter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70332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2160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(Game Analysis)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9502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st.tabs(["Summary", "WinProb", "Players", "Moments", "Compare"], key="game_tabs")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1970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tab is active; pre-render lazy content on tab select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Callbacks: Handling User Interactions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on_change and on_click callbacks drive the adaptive behavior: when a user changes a widget, the app responds by clearing dependent state, resetting UI, or reloading 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99032"/>
            <a:ext cx="7406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Selector on_change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27632"/>
            <a:ext cx="7406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cached charts &amp; player list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105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st.session_state.game_charts = None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st.session_state.selected_game = None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740664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fresh data load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42316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450592"/>
            <a:ext cx="7406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Mode (Coach/Analyst) on_change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679192"/>
            <a:ext cx="7406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visibility of advanced metrics &amp; chart complexity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86207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st.session_state.view_mode == 'Analyst':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show all metrics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show simplified UI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3200400"/>
            <a:ext cx="740664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layout recalculation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7472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02152"/>
            <a:ext cx="7406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Chat (Button on_click)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730752"/>
            <a:ext cx="7406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Gemini chat session &amp; clear UI messages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9136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st.session_state.messages = []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gemini_chat_instance.reset()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4251960"/>
            <a:ext cx="740664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session for next chat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Dependent Dropdowns: Cascading Filters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dropdown changes, dependent dropdowns are filtered to show only valid options for that selection (e.g., roster changes when game changes).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904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1: Game → Player Roster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164592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365760" cy="1828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7830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1737360"/>
            <a:ext cx="164592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Roster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783080"/>
            <a:ext cx="365760" cy="1828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830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1737360"/>
            <a:ext cx="164592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Dropdown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1031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When game_selector changes, filter st.session_state.roster_by_game[selected_game]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40487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"game_selector" in st.session_state and st.session_state.game_selector: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roster = get_game_roster(st.session_state.game_selector)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st.selectbox("Player", roster, key="player_select")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80467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46120"/>
            <a:ext cx="54864" cy="1508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192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2: Player A → Player B (Comparison Validation)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selections: If Player A is selected, remove it from Player B options.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858768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st.session_state.player_a: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available_players = [p for p in roster if p != st.session_state.player_a]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st.selectbox("Compare with", available_players, key="player_b")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Integration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 + TheSportsDB with Error Handling  |  30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Selection &amp;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integrates two external APIs to enrich game data with real-time context: weather conditions and opponent team information.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WeatherAPI.com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17830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377440" y="1783080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game-day weather for game location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88720" y="19842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377440" y="1984248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api.weatherapi.com/v1/history.json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88720" y="21854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377440" y="2185416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(free tier, 1M calls/month)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88720" y="23865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377440" y="2386584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cache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88720" y="25877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377440" y="2587752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conditions, wind speed, humidity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3337560"/>
            <a:ext cx="80467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33756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887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88720" y="370332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377440" y="3703320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opponent team info (logo, stadium, description)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88720" y="3904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377440" y="3904488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thesportsdb.com/api/v1/json/{action}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88720" y="410565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377440" y="4105656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no key required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88720" y="43068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377440" y="4306824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 cache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88720" y="450799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377440" y="4507992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logo, stadium name, founded year, championships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Call Implementation: Request → Response → Display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API call follows a consistent pattern: validate inputs, make request, cache result, handle errors, and display on page.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90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game date &amp; location from session state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 URL with params (lat, lon, date)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1396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HTTP request with retry logic (3 attempts, exponential backoff)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3408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5 seconds per request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st.spinner('Loading...')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17320"/>
            <a:ext cx="54864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490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RESPONSE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37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response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relevant fields (temp, conditions, wind)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1396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st.session_state with timestamp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34086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error → handle gracefully (see next slide)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560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for TTL period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80467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46120"/>
            <a:ext cx="54864" cy="150876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31927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DISPLAY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566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metric cards in Game Analysis page: st.metric() for temp &amp; conditions, st.columns() for side-by-side layout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3931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col1.metric('Temperature', f'{temp}°F') | col2.metric('Wind', f'{wind_mph} mph')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2793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cache miss or error, show st.info('Data unavailable') instead of st.error()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Handling: Six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 covers authentication failures, missing data, rate limits, server errors, timeouts, and empty results.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50876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API Key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8928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 key expired or invalid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user to refresh secrets; log warning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404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st.warning('API key invalid')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83280" y="14173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41732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150876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Not Found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18928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team data missing from TheSportsDB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044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empty dict; show placeholder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2404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st.info('Team data unavailable')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41732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150876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Exceeded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8928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quota exceeded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(retry after 30s)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55080" y="2404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st.warning('Too many requests; retrying...')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30632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06324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315468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3172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35387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 temporarily down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794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cached data; log error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st.error('Service unavailable')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83280" y="30632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83280" y="306324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Shape 39"/>
          <p:cNvSpPr/>
          <p:nvPr/>
        </p:nvSpPr>
        <p:spPr>
          <a:xfrm>
            <a:off x="3520440" y="315468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31920" y="3172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Timeout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20440" y="35387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exceeds 5s threshold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20440" y="3794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socket timeout; skip API call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520440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st.warning('Connection timed out')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217920" y="30632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306324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Shape 47"/>
          <p:cNvSpPr/>
          <p:nvPr/>
        </p:nvSpPr>
        <p:spPr>
          <a:xfrm>
            <a:off x="6355080" y="315468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66560" y="3172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55080" y="35387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empty array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55080" y="3794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parsing; return None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55080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st.info('No data for this game')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Handling: Code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2148840"/>
          </a:xfrm>
          <a:prstGeom prst="rect">
            <a:avLst/>
          </a:prstGeom>
          <a:solidFill>
            <a:srgbClr val="F8F9FC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2148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960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with HTTP Status Codes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7132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 = requests.get(url, timeout=5, headers=headers)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resp.raise_for_status()  # 401, 404, 500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= resp.json()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requests.exceptions.HTTPError as e: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resp.status_code == 401: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st.warning("API key invalid")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resp.status_code == 404: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st.info("Data not found")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resp.status_code == 429: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time.sleep(30); return fetch_with_retry()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requests.exceptions.Timeout: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st.warning("Connection timed out")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requests.exceptions.RequestException: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st.error("Network error")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2148840"/>
          </a:xfrm>
          <a:prstGeom prst="rect">
            <a:avLst/>
          </a:prstGeom>
          <a:solidFill>
            <a:srgbClr val="F8F9FC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108960"/>
            <a:ext cx="54864" cy="2148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004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Cache Fallback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7132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get_weather(game_date, location):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cache_key = f"weather_{game_date}_{location}"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cache_key in st.session_state: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st.session_state[cache_key]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 = fetch_weather_api(game_date, location)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st.session_state[cache_key] = weather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weather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Exception: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st.info("Using cached data (api unavailable)")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get_cached_weather(cache_key) or None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 &amp; Feedback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Scenarios + User Feedback Patterns  |  20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Validation: Four+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prevents errors by checking user input before processing. LaxIQ validates game selection, player comparisons, chat input, and file uploads.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Game Selection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selector is empty or None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1417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st.warning('Please select a game to continue')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67335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st.stop()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313432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313432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3134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Player Comparison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3134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 == Player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23134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st.warning('Cannot compare player with self')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56946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Player B; prevent comparison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209544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09544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09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Input Validation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20954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 empty or &gt;2000 chars OR matches prompt injection regex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320954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st.error('Invalid input: too short, too long, or potentially malicious')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46557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input; skip API call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4105656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105656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1056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Upload Validation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10565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not .xlsx/.csv OR missing required columns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10565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st.error('File must be .xlsx/.csv with columns: Game, Date, Opponent')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36168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upload; show example template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Feedback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call, validation check, and user action is accompanied by visual feedback: spinners during loading, toasts for quick actions, success/error messages for outcomes.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st.spinner()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3444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(weather, opponent info) &amp; chart rendering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77640" y="1481328"/>
            <a:ext cx="4507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st.spinner("Loading weather data..."):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weather = fetch_weather_api(...)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8640" y="2359152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359152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4203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2359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st.toast()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234440" y="26151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feedback on chat clear, filter reset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977640" y="2377440"/>
            <a:ext cx="4507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st.toast("Chat cleared!", icon="check")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48640" y="3255264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3255264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38144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2552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st.success / st.error / st.warning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234440" y="35112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success, validation failures, game selection changes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977640" y="3273552"/>
            <a:ext cx="4507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st.success("Game loaded!") or st.error("Invalid input")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48640" y="4151376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4151376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34256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41513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 (disable)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234440" y="44074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async operations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977640" y="4169664"/>
            <a:ext cx="45079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st.button("Load Comparison", disabled=st.session_state.loading)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Interactivity Self-Review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Six-Criteria Evaluation + Usability Target Check  |  20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Six-Criteria Evaluation: Scores &amp; Evidence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9601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Clarity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9601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9601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well-labeled, color-coded (A=green, F=red); some advanced metrics could use explainer tooltips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63640" y="96012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hover tooltips for complex stats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527048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52704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5270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Responsiveness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152704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15270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columns, responsive charts, mobile-friendly footer; Coach View simplifies layout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63640" y="152704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excellent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093976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093976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0939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Interactivity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209397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09397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tabs, buttons all functional; no broken widgets or dead states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63640" y="2093976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improvements needed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2660904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2660904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266090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Interactivity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266090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94760" y="26609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mode toggle works; dependent dropdowns cascade correctly; callbacks reset state properly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3640" y="2660904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caching for next game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3227832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227832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22783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94760" y="32278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TTL reduces API calls; initial load &lt;3s; lazy rendering for tabs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3640" y="32278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API calls; add progress bar for long operations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794760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37947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Validation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26080" y="379476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794760" y="37947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Spinners, toasts, errors all present; validation blocks bad inputs; clear messaging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3640" y="37947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comprehensive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SCORE: 4.5/5  |  Status: Ready for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 Target Check: ISO Metrics &amp; Five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is evaluated against ISO 9241-11 usability metrics (effectiveness, efficiency, satisfaction) and the Five Components of Successful Interaction (learnability, efficiency, safety, memorability, satisfaction).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90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9241-11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17373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7373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 for game review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0848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20848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&lt;15s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0848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load game and view grades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43230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243230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243230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feedback: 'Fast, clean, useful'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490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7373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173736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17373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labels, familiar patterns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08483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08483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0848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Shortcuts: game selector, tabs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243230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43230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243230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error messages prevent mistakes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29718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Memorability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29718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88920" y="2971800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layout, recurring patterns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" y="32918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65960" y="32918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88920" y="3291840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feedback, professional design, UVA branding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3: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16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Interactivity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0160" y="13716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view toggle, widget keys, callbacks, and dependent dropdowns enable coaches to customize their experience and filter data intelligently.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2024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848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80160" y="22402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 + TheSportsDB enrich game data with real-time context; robust error handling and caching ensure reliability and performance.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78892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78892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535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Feedback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8016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validation scenarios prevent user errors; comprehensive feedback patterns (spinners, toasts, messages) keep coaches informed every step.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65760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2219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Self-Reviewed &amp; Production-Ready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280160" y="3977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4.5/5 across six criteria; all ISO usability metrics met; LaxIQ is ready for real-world coaching use.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POINTS — ADAPTIVE, INTEGRATED, VALIDATED  |  Ready for Deployment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LaxIQ — Milestone 3: Adaptive Interactivity &amp; API Integration</dc:title>
  <dc:subject>PptxGenJS Presentation</dc:subject>
  <dc:creator>Faizan Khan</dc:creator>
  <cp:lastModifiedBy>Faizan Khan</cp:lastModifiedBy>
  <cp:revision>1</cp:revision>
  <dcterms:created xsi:type="dcterms:W3CDTF">2026-04-27T07:44:01Z</dcterms:created>
  <dcterms:modified xsi:type="dcterms:W3CDTF">2026-04-27T07:44:01Z</dcterms:modified>
</cp:coreProperties>
</file>